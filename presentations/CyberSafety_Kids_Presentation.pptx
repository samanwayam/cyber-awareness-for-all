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731520"/>
            <a:ext cx="1097280" cy="1280160"/>
          </a:xfrm>
          <a:prstGeom prst="rect">
            <a:avLst>
              <a:gd name="adj" fmla="val 6667"/>
            </a:avLst>
          </a:prstGeom>
          <a:solidFill>
            <a:srgbClr val="00A89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0A896"/>
                </a:solidFill>
              </a:rPr>
              <a:t>CYBER SAFETY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FOR KIDS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0DDE8"/>
                </a:solidFill>
              </a:rPr>
              <a:t>Staying Safe in a Digital World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DE8"/>
                </a:solidFill>
              </a:rPr>
              <a:t>Cyber Awareness Education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Why Cyber Safety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" cy="1508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4.9B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children go online daily worldwide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73152" cy="1508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60720" y="1234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1 in 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60720" y="1828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kids experience cyberbullying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73152" cy="1508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2971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60%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share personal info with strangers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73152" cy="1508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760720" y="2971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8 hrs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760720" y="3566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average daily screen time for teens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⭐  The 5 Golden Rules of Online Safety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197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Never share personal info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48132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0DDE8"/>
                </a:solidFill>
              </a:rPr>
              <a:t>Full name, address, school, or phone number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975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Talk to a trusted adult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25856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0DDE8"/>
                </a:solidFill>
              </a:rPr>
              <a:t>If something online makes you uncomfortable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752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Think before you post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0358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0DDE8"/>
                </a:solidFill>
              </a:rPr>
              <a:t>Once online, always online — digital footprint lasts forever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529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 strong, private passwords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81304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0DDE8"/>
                </a:solidFill>
              </a:rPr>
              <a:t>Never share passwords, even with friends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306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Only befriend people you know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459028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0DDE8"/>
                </a:solidFill>
              </a:rPr>
              <a:t>Strangers online are still strangers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Recognizing Online Dangers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Phishing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Fake emails or messages pretending to be from trusted sources to steal info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😈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Grooming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8470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Adults who try to build trust with children to take advantage of them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Cyberbullying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8470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Repeated harmful behavior via texts, social media, or gaming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🦠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Malware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767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Harmful software hidden in downloads, games, or suspicious links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🕵️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3756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Catfishing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767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Someone pretending to be a different person online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Oversharing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767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Posting private photos or location data that can be misused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📱  Safe Social Media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00600" y="1097280"/>
            <a:ext cx="402336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 DON'T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8249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Set profiles to private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7685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 a nickname, not real name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7121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Tell a parent about new friends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6557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Report suspicious accounts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02336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993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Think before you comment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64592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68249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Share your location or address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27685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Post when you are home alone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87121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Accept friend requests from strangers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342900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46557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Send photos to people you don't know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4023360"/>
            <a:ext cx="4023360" cy="502920"/>
          </a:xfrm>
          <a:prstGeom prst="rect">
            <a:avLst/>
          </a:prstGeom>
          <a:solidFill>
            <a:srgbClr val="1B2D42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059936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Click unknown links in DMs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What To Do When Something Feels Wrong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28016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4241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STOP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Stop engaging — don't reply, like, or share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128016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0253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SCREENSHOT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1488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Take screenshots to document the evidence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128016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6265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BLOCK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10896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Block and report the person on the platform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128016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2277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🗣️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TELL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406908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Tell a trusted adult immediately — parent, teacher, or counselor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🆘  Emergency: Childline 1098 (India) | NCMEC CyberTipline (Global)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🔐  Password Safety &amp; Privacy Settings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Building a Strong Password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 12+ characters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2140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12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Mix letters, numbers &amp; symbols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8833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79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Avoid birthdays or names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55264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46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 a different password per site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13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Enable two-factor authentication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54864" cy="356616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Privacy Checklist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Profile set to private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Location sharing OFF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Unknown DMs blocked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55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Review app permissions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822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Log out on shared devices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DE8"/>
                </a:solidFill>
              </a:rPr>
              <a:t>❌ Bad: john2010    ✅ Good: J0hn@Gl0be#Secure!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Guide for Parents &amp; Educators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Open Conversations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Talk regularly about online experiences without judgment. Create a safe space for kids to report issues.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1430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1500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Set Clear Rules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15000" y="1508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Agree on screen time limits, approved apps, and where devices can be used.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Monitor Appropriately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Use parental controls and check in — but respect growing privacy needs.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150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Educate Continuously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0" y="3474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Online threats evolve. Revisit safety rules regularly as technology changes.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🎯 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2252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Protect personal information — never share it online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57200" cy="45720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105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653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Think critically before clicking, sharing, or posting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457200" cy="45720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505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50545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Always tell a trusted adult if something feels wrong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57200" cy="45720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9067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14553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Use strong passwords and private settings on all accounts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457200" cy="45720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3075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8561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Treat others online with the same respect as in real life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389120"/>
            <a:ext cx="457200" cy="45720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708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4256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Cyber safety is an ongoing conversation, not a one-time lesson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3657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🌐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Stay Safe Online!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1B2A"/>
                </a:solidFill>
              </a:rPr>
              <a:t>Be Smart · Be Safe · Be Kind Online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📚 Resources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DE8"/>
                </a:solidFill>
              </a:rPr>
              <a:t>• Childnet International: childnet.com   </a:t>
            </a:r>
            <a:pPr algn="l" indent="0" marL="0">
              <a:buNone/>
            </a:pPr>
            <a:r>
              <a:rPr lang="en-US" sz="1200" dirty="0">
                <a:solidFill>
                  <a:srgbClr val="D0DDE8"/>
                </a:solidFill>
              </a:rPr>
              <a:t>• NCMEC: missingkids.org   </a:t>
            </a:r>
            <a:pPr algn="l" indent="0" marL="0">
              <a:buNone/>
            </a:pPr>
            <a:r>
              <a:rPr lang="en-US" sz="1200" dirty="0">
                <a:solidFill>
                  <a:srgbClr val="D0DDE8"/>
                </a:solidFill>
              </a:rPr>
              <a:t>• StaySafeOnline: staysafeonline.org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Safety for Kids</dc:title>
  <dc:subject>PptxGenJS Presentation</dc:subject>
  <dc:creator>PptxGenJS</dc:creator>
  <cp:lastModifiedBy>PptxGenJS</cp:lastModifiedBy>
  <cp:revision>1</cp:revision>
  <dcterms:created xsi:type="dcterms:W3CDTF">2026-03-29T07:18:20Z</dcterms:created>
  <dcterms:modified xsi:type="dcterms:W3CDTF">2026-03-29T07:18:20Z</dcterms:modified>
</cp:coreProperties>
</file>